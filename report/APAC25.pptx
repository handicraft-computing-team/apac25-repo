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
  </p:handoutMasterIdLst>
  <p:sldIdLst>
    <p:sldId id="259" r:id="rId3"/>
    <p:sldId id="260" r:id="rId5"/>
    <p:sldId id="261" r:id="rId6"/>
    <p:sldId id="257"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6.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69.xml"/><Relationship Id="rId1" Type="http://schemas.openxmlformats.org/officeDocument/2006/relationships/tags" Target="../tags/tag6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1.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1.png"/><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2.png"/><Relationship Id="rId2" Type="http://schemas.openxmlformats.org/officeDocument/2006/relationships/tags" Target="../tags/tag79.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2442845" y="2763520"/>
            <a:ext cx="2976245" cy="1447800"/>
          </a:xfrm>
        </p:spPr>
        <p:txBody>
          <a:bodyPr lIns="0" tIns="0" rIns="0" bIns="0" anchor="ctr" anchorCtr="0">
            <a:normAutofit/>
          </a:bodyPr>
          <a:lstStyle/>
          <a:p>
            <a:pPr algn="l"/>
            <a:r>
              <a:rPr lang="en-US" altLang="en-US" sz="4400">
                <a:sym typeface="+mn-ea"/>
              </a:rPr>
              <a:t>APAC25: SUSTech</a:t>
            </a:r>
            <a:endParaRPr lang="en-US" altLang="en-US" sz="4400">
              <a:sym typeface="+mn-ea"/>
            </a:endParaRPr>
          </a:p>
        </p:txBody>
      </p:sp>
      <p:sp>
        <p:nvSpPr>
          <p:cNvPr id="22" name="任意多边形 21"/>
          <p:cNvSpPr/>
          <p:nvPr>
            <p:custDataLst>
              <p:tags r:id="rId2"/>
            </p:custDataLst>
          </p:nvPr>
        </p:nvSpPr>
        <p:spPr>
          <a:xfrm>
            <a:off x="1818640" y="1058545"/>
            <a:ext cx="4249420" cy="4857750"/>
          </a:xfrm>
          <a:custGeom>
            <a:avLst/>
            <a:gdLst>
              <a:gd name="connisteX0" fmla="*/ 2085975 w 2095500"/>
              <a:gd name="connsiteY0" fmla="*/ 733425 h 2486025"/>
              <a:gd name="connisteX1" fmla="*/ 2085975 w 2095500"/>
              <a:gd name="connsiteY1" fmla="*/ 409575 h 2486025"/>
              <a:gd name="connisteX2" fmla="*/ 0 w 2095500"/>
              <a:gd name="connsiteY2" fmla="*/ 0 h 2486025"/>
              <a:gd name="connisteX3" fmla="*/ 0 w 2095500"/>
              <a:gd name="connsiteY3" fmla="*/ 2486025 h 2486025"/>
              <a:gd name="connisteX4" fmla="*/ 2095500 w 2095500"/>
              <a:gd name="connsiteY4" fmla="*/ 2085975 h 2486025"/>
              <a:gd name="connisteX5" fmla="*/ 2095500 w 2095500"/>
              <a:gd name="connsiteY5" fmla="*/ 1724025 h 248602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095500" h="2486025">
                <a:moveTo>
                  <a:pt x="2085975" y="733425"/>
                </a:moveTo>
                <a:lnTo>
                  <a:pt x="2085975" y="409575"/>
                </a:lnTo>
                <a:lnTo>
                  <a:pt x="0" y="0"/>
                </a:lnTo>
                <a:lnTo>
                  <a:pt x="0" y="2486025"/>
                </a:lnTo>
                <a:lnTo>
                  <a:pt x="2095500" y="2085975"/>
                </a:lnTo>
                <a:lnTo>
                  <a:pt x="2095500" y="1724025"/>
                </a:lnTo>
              </a:path>
            </a:pathLst>
          </a:custGeom>
          <a:noFill/>
          <a:ln w="381000">
            <a:gradFill>
              <a:gsLst>
                <a:gs pos="59000">
                  <a:schemeClr val="accent1">
                    <a:lumMod val="60000"/>
                    <a:lumOff val="40000"/>
                    <a:alpha val="65000"/>
                  </a:schemeClr>
                </a:gs>
                <a:gs pos="0">
                  <a:schemeClr val="accent1">
                    <a:lumMod val="40000"/>
                    <a:lumOff val="60000"/>
                    <a:alpha val="50000"/>
                  </a:schemeClr>
                </a:gs>
              </a:gsLst>
              <a:lin ang="0" scaled="1"/>
            </a:gradFill>
            <a:roun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3" name="直接连接符 22"/>
          <p:cNvCxnSpPr/>
          <p:nvPr>
            <p:custDataLst>
              <p:tags r:id="rId3"/>
            </p:custDataLst>
          </p:nvPr>
        </p:nvCxnSpPr>
        <p:spPr>
          <a:xfrm>
            <a:off x="5640705" y="2880995"/>
            <a:ext cx="0" cy="1212850"/>
          </a:xfrm>
          <a:prstGeom prst="line">
            <a:avLst/>
          </a:prstGeom>
          <a:ln cap="rnd">
            <a:solidFill>
              <a:schemeClr val="tx1">
                <a:lumMod val="50000"/>
                <a:lumOff val="50000"/>
                <a:alpha val="63000"/>
              </a:schemeClr>
            </a:solidFill>
          </a:ln>
        </p:spPr>
        <p:style>
          <a:lnRef idx="2">
            <a:schemeClr val="accent1"/>
          </a:lnRef>
          <a:fillRef idx="0">
            <a:srgbClr val="FFFFFF"/>
          </a:fillRef>
          <a:effectRef idx="0">
            <a:srgbClr val="FFFFFF"/>
          </a:effectRef>
          <a:fontRef idx="minor">
            <a:schemeClr val="tx1"/>
          </a:fontRef>
        </p:style>
      </p:cxnSp>
      <p:sp>
        <p:nvSpPr>
          <p:cNvPr id="25" name="文本框 24"/>
          <p:cNvSpPr txBox="1"/>
          <p:nvPr>
            <p:custDataLst>
              <p:tags r:id="rId4"/>
            </p:custDataLst>
          </p:nvPr>
        </p:nvSpPr>
        <p:spPr>
          <a:xfrm>
            <a:off x="5862320" y="2763520"/>
            <a:ext cx="4763135" cy="1447800"/>
          </a:xfrm>
          <a:prstGeom prst="rect">
            <a:avLst/>
          </a:prstGeom>
          <a:noFill/>
        </p:spPr>
        <p:txBody>
          <a:bodyPr wrap="square" rtlCol="0" anchor="ctr" anchorCtr="0">
            <a:normAutofit fontScale="90000" lnSpcReduction="20000"/>
          </a:bodyPr>
          <a:lstStyle/>
          <a:p>
            <a:pPr indent="0" algn="l">
              <a:lnSpc>
                <a:spcPct val="150000"/>
              </a:lnSpc>
              <a:spcBef>
                <a:spcPct val="0"/>
              </a:spcBef>
              <a:spcAft>
                <a:spcPct val="0"/>
              </a:spcAft>
              <a:buNone/>
            </a:pPr>
            <a:r>
              <a:rPr lang="en-US" altLang="en-US" sz="2400">
                <a:ln>
                  <a:noFill/>
                  <a:prstDash val="sysDot"/>
                </a:ln>
                <a:solidFill>
                  <a:schemeClr val="tx1">
                    <a:lumMod val="85000"/>
                    <a:lumOff val="15000"/>
                  </a:schemeClr>
                </a:solidFill>
                <a:effectLst/>
                <a:latin typeface="+mn-ea"/>
                <a:cs typeface="+mn-ea"/>
                <a:sym typeface="+mn-ea"/>
              </a:rPr>
              <a:t>Haibin Lai, Benxiang Xiao, Bowen Zhang, Hemu Liu, Ziheng Wang, Zhiyu Wu, Zixu Wang</a:t>
            </a:r>
            <a:endParaRPr lang="en-US" altLang="en-US" sz="2400">
              <a:ln>
                <a:noFill/>
                <a:prstDash val="sysDot"/>
              </a:ln>
              <a:solidFill>
                <a:schemeClr val="tx1">
                  <a:lumMod val="85000"/>
                  <a:lumOff val="15000"/>
                </a:schemeClr>
              </a:solidFill>
              <a:effectLst/>
              <a:latin typeface="+mn-ea"/>
              <a:cs typeface="+mn-ea"/>
              <a:sym typeface="+mn-ea"/>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SUSTech</a:t>
            </a:r>
            <a:endParaRPr lang="en-US" altLang="zh-CN"/>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Running Cluster</a:t>
            </a:r>
            <a:endParaRPr lang="en-US" altLang="zh-CN"/>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NWChem</a:t>
            </a:r>
            <a:endParaRPr lang="en-US" altLang="zh-CN"/>
          </a:p>
        </p:txBody>
      </p:sp>
      <p:sp>
        <p:nvSpPr>
          <p:cNvPr id="3" name="内容占位符 2"/>
          <p:cNvSpPr>
            <a:spLocks noGrp="1"/>
          </p:cNvSpPr>
          <p:nvPr>
            <p:ph idx="1"/>
            <p:custDataLst>
              <p:tags r:id="rId2"/>
            </p:custDataLst>
          </p:nvPr>
        </p:nvSpPr>
        <p:spPr/>
        <p:txBody>
          <a:bodyPr/>
          <a:p>
            <a:endParaRPr lang="zh-CN" altLang="en-US"/>
          </a:p>
        </p:txBody>
      </p:sp>
      <p:pic>
        <p:nvPicPr>
          <p:cNvPr id="4" name="图片 3" descr="39d9b9fc9e43bcfac95d65979c1d3f82"/>
          <p:cNvPicPr>
            <a:picLocks noChangeAspect="1"/>
          </p:cNvPicPr>
          <p:nvPr/>
        </p:nvPicPr>
        <p:blipFill>
          <a:blip r:embed="rId3"/>
          <a:stretch>
            <a:fillRect/>
          </a:stretch>
        </p:blipFill>
        <p:spPr>
          <a:xfrm>
            <a:off x="3006090" y="1129030"/>
            <a:ext cx="7090410" cy="5278120"/>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sp>
        <p:nvSpPr>
          <p:cNvPr id="3" name="内容占位符 2"/>
          <p:cNvSpPr>
            <a:spLocks noGrp="1"/>
          </p:cNvSpPr>
          <p:nvPr>
            <p:ph idx="1"/>
            <p:custDataLst>
              <p:tags r:id="rId2"/>
            </p:custDataLst>
          </p:nvPr>
        </p:nvSpPr>
        <p:spPr/>
        <p:txBody>
          <a:bodyPr/>
          <a:p>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Profile</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2285365" y="1490345"/>
            <a:ext cx="7614285" cy="4759325"/>
          </a:xfrm>
          <a:prstGeom prst="rect">
            <a:avLst/>
          </a:prstGeom>
        </p:spPr>
      </p:pic>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5204_1*a*1"/>
  <p:tag name="KSO_WM_TEMPLATE_CATEGORY" val="custom"/>
  <p:tag name="KSO_WM_TEMPLATE_INDEX" val="20235204"/>
  <p:tag name="KSO_WM_UNIT_LAYERLEVEL" val="1"/>
  <p:tag name="KSO_WM_TAG_VERSION" val="3.0"/>
  <p:tag name="KSO_WM_BEAUTIFY_FLAG" val="#wm#"/>
  <p:tag name="KSO_WM_UNIT_TEXT_TYPE" val="1"/>
  <p:tag name="KSO_WM_UNIT_PRESET_TEXT" val="单击此处添加标题内容"/>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204_1*i*1"/>
  <p:tag name="KSO_WM_TEMPLATE_CATEGORY" val="custom"/>
  <p:tag name="KSO_WM_TEMPLATE_INDEX" val="20235204"/>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204_1*i*2"/>
  <p:tag name="KSO_WM_TEMPLATE_CATEGORY" val="custom"/>
  <p:tag name="KSO_WM_TEMPLATE_INDEX" val="20235204"/>
  <p:tag name="KSO_WM_UNIT_LAYERLEVEL" val="1"/>
  <p:tag name="KSO_WM_TAG_VERSION" val="3.0"/>
  <p:tag name="KSO_WM_BEAUTIFY_FLAG" val="#wm#"/>
</p:tagLst>
</file>

<file path=ppt/tags/tag6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4_1*f*1"/>
  <p:tag name="KSO_WM_TEMPLATE_CATEGORY" val="custom"/>
  <p:tag name="KSO_WM_TEMPLATE_INDEX" val="20235204"/>
  <p:tag name="KSO_WM_UNIT_LAYERLEVEL" val="1"/>
  <p:tag name="KSO_WM_TAG_VERSION" val="3.0"/>
  <p:tag name="KSO_WM_BEAUTIFY_FLAG" val="#wm#"/>
  <p:tag name="KSO_WM_UNIT_PRESET_TEXT" val="单击添加文本具体内容单击添加文本具体内容单击添加文本具体内容"/>
  <p:tag name="KSO_WM_UNIT_TEXT_TYPE" val="1"/>
</p:tagLst>
</file>

<file path=ppt/tags/tag67.xml><?xml version="1.0" encoding="utf-8"?>
<p:tagLst xmlns:p="http://schemas.openxmlformats.org/presentationml/2006/main">
  <p:tag name="KSO_WM_SLIDE_ID" val="custom20235204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4"/>
  <p:tag name="KSO_WM_SLIDE_TYPE" val="text"/>
  <p:tag name="KSO_WM_SLIDE_SUBTYPE" val="picTxt"/>
  <p:tag name="KSO_WM_SLIDE_SIZE" val="693*382"/>
  <p:tag name="KSO_WM_SLIDE_POSITION" val="143*83"/>
  <p:tag name="KSO_WM_SLIDE_LAYOUT" val="a_f"/>
  <p:tag name="KSO_WM_SLIDE_LAYOUT_CNT" val="1_1"/>
  <p:tag name="KSO_WM_SPECIAL_SOURCE" val="bdnull"/>
  <p:tag name="RESOURCE_RECORD_KEY" val="{&quot;10&quot;:[21573832,3649412,4720996],&quot;65&quot;:[3]}"/>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35204"/>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35204"/>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Words>
  <Application>WPS 文字</Application>
  <PresentationFormat>宽屏</PresentationFormat>
  <Paragraphs>12</Paragraphs>
  <Slides>6</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宋体</vt:lpstr>
      <vt:lpstr>Wingdings</vt:lpstr>
      <vt:lpstr>Wingdings</vt:lpstr>
      <vt:lpstr>苹方-简</vt:lpstr>
      <vt:lpstr>微软雅黑</vt:lpstr>
      <vt:lpstr>汉仪旗黑</vt:lpstr>
      <vt:lpstr>宋体</vt:lpstr>
      <vt:lpstr>Arial Unicode MS</vt:lpstr>
      <vt:lpstr>汉仪书宋二KW</vt:lpstr>
      <vt:lpstr>WPS</vt:lpstr>
      <vt:lpstr>APAC25: SUSTech</vt:lpstr>
      <vt:lpstr>SUSTech</vt:lpstr>
      <vt:lpstr>Running Cluster</vt:lpstr>
      <vt:lpstr>NWChem</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I</cp:lastModifiedBy>
  <cp:revision>167</cp:revision>
  <dcterms:created xsi:type="dcterms:W3CDTF">2025-10-12T08:57:19Z</dcterms:created>
  <dcterms:modified xsi:type="dcterms:W3CDTF">2025-10-12T08:57:19Z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2052-12.1.22553.22553</vt:lpwstr>
  </property>
  <property fmtid="{D5CDD505-2E9C-101B-9397-08002B2CF9AE}" pid="3" name="ICV">
    <vt:lpwstr>700BC95A338348CFB861E868710CBE7F_41</vt:lpwstr>
  </property>
</Properties>
</file>